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7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7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7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7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YaHei" panose="020B0503020204020204" charset="-122"/>
          <a:ea typeface="Microsoft YaHei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charset="-122"/>
          <a:ea typeface="Microsoft YaHei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charset="-122"/>
          <a:ea typeface="Microsoft YaHei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charset="-122"/>
          <a:ea typeface="Microsoft YaHei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charset="-122"/>
          <a:ea typeface="Microsoft YaHei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charset="-122"/>
          <a:ea typeface="Microsoft YaHei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704020202020204" pitchFamily="34" charset="0"/>
        <a:buChar char="•"/>
        <a:defRPr lang="zh-CN" altLang="en-US" sz="2400" kern="1200" dirty="0">
          <a:solidFill>
            <a:schemeClr val="tx1"/>
          </a:solidFill>
          <a:latin typeface="Microsoft YaHei" panose="020B0503020204020204" charset="-122"/>
          <a:ea typeface="Microsoft YaHei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Microsoft YaHei" panose="020B0503020204020204" charset="-122"/>
          <a:ea typeface="Microsoft YaHei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Microsoft YaHei" panose="020B0503020204020204" charset="-122"/>
          <a:ea typeface="Microsoft YaHei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None/>
        <a:defRPr lang="en-US" altLang="zh-CN" sz="2400" kern="1200" dirty="0" smtClean="0">
          <a:solidFill>
            <a:schemeClr val="tx1"/>
          </a:solidFill>
          <a:latin typeface="Microsoft YaHei" panose="020B0503020204020204" charset="-122"/>
          <a:ea typeface="Microsoft YaHei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551688"/>
            <a:ext cx="9144000" cy="2387600"/>
          </a:xfrm>
        </p:spPr>
        <p:txBody>
          <a:bodyPr/>
          <a:p>
            <a:r>
              <a:rPr lang="en-US" altLang="en-US"/>
              <a:t>MemXLife: MLSYSreport</a:t>
            </a:r>
            <a:endParaRPr lang="en-US" altLang="en-US"/>
          </a:p>
        </p:txBody>
      </p:sp>
      <p:pic>
        <p:nvPicPr>
          <p:cNvPr id="5" name="Picture 4" descr="ChatGPT Image 2026年6月14日 下午02_50_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0945" y="2945130"/>
            <a:ext cx="5739130" cy="382651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774700" y="4246880"/>
            <a:ext cx="11201400" cy="24301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4000">
                <a:latin typeface="Plantagenet Cherokee" panose="02020000000000000000" charset="0"/>
                <a:ea typeface="American Typewriter ITC" panose="02010600010101010101" charset="-122"/>
                <a:cs typeface="Plantagenet Cherokee" panose="02020000000000000000" charset="0"/>
              </a:rPr>
              <a:t>F</a:t>
            </a:r>
            <a:r>
              <a:rPr lang="en-US" altLang="en-US" sz="2800">
                <a:latin typeface="Plantagenet Cherokee" panose="02020000000000000000" charset="0"/>
                <a:ea typeface="American Typewriter ITC" panose="02010600010101010101" charset="-122"/>
                <a:cs typeface="Plantagenet Cherokee" panose="02020000000000000000" charset="0"/>
              </a:rPr>
              <a:t>rom GPU Profiling to Runtime </a:t>
            </a:r>
            <a:endParaRPr lang="en-US" altLang="en-US" sz="2800">
              <a:latin typeface="Plantagenet Cherokee" panose="02020000000000000000" charset="0"/>
              <a:ea typeface="American Typewriter ITC" panose="02010600010101010101" charset="-122"/>
              <a:cs typeface="Plantagenet Cherokee" panose="02020000000000000000" charset="0"/>
            </a:endParaRPr>
          </a:p>
          <a:p>
            <a:r>
              <a:rPr lang="en-US" altLang="en-US" sz="2800">
                <a:latin typeface="Plantagenet Cherokee" panose="02020000000000000000" charset="0"/>
                <a:ea typeface="American Typewriter ITC" panose="02010600010101010101" charset="-122"/>
                <a:cs typeface="Plantagenet Cherokee" panose="02020000000000000000" charset="0"/>
              </a:rPr>
              <a:t>Specialization: An Agentic Systems </a:t>
            </a:r>
            <a:endParaRPr lang="en-US" altLang="en-US" sz="2800">
              <a:latin typeface="Plantagenet Cherokee" panose="02020000000000000000" charset="0"/>
              <a:ea typeface="American Typewriter ITC" panose="02010600010101010101" charset="-122"/>
              <a:cs typeface="Plantagenet Cherokee" panose="02020000000000000000" charset="0"/>
            </a:endParaRPr>
          </a:p>
          <a:p>
            <a:r>
              <a:rPr lang="en-US" altLang="en-US" sz="2800">
                <a:latin typeface="Plantagenet Cherokee" panose="02020000000000000000" charset="0"/>
                <a:ea typeface="American Typewriter ITC" panose="02010600010101010101" charset="-122"/>
                <a:cs typeface="Plantagenet Cherokee" panose="02020000000000000000" charset="0"/>
              </a:rPr>
              <a:t>Optimization Journey</a:t>
            </a:r>
            <a:endParaRPr lang="en-US" altLang="en-US" sz="2800">
              <a:latin typeface="Plantagenet Cherokee" panose="02020000000000000000" charset="0"/>
              <a:ea typeface="American Typewriter ITC" panose="02010600010101010101" charset="-122"/>
              <a:cs typeface="Plantagenet Cherokee" panose="02020000000000000000" charset="0"/>
            </a:endParaRPr>
          </a:p>
          <a:p>
            <a:endParaRPr lang="en-US" altLang="en-US" sz="2800">
              <a:latin typeface="Plantagenet Cherokee" panose="02020000000000000000" charset="0"/>
              <a:ea typeface="American Typewriter ITC" panose="02010600010101010101" charset="-122"/>
              <a:cs typeface="Plantagenet Cherokee" panose="02020000000000000000" charset="0"/>
            </a:endParaRPr>
          </a:p>
          <a:p>
            <a:r>
              <a:rPr lang="en-US" altLang="en-US" sz="2800"/>
              <a:t>————————————————————————</a:t>
            </a:r>
            <a:endParaRPr lang="en-US" altLang="en-US" sz="28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031363"/>
            <a:ext cx="9144000" cy="1655762"/>
          </a:xfrm>
        </p:spPr>
        <p:txBody>
          <a:bodyPr/>
          <a:p>
            <a:r>
              <a:rPr lang="en-US" altLang="zh-CN"/>
              <a:t>2026/06/16</a:t>
            </a:r>
            <a:endParaRPr lang="en-US" altLang="zh-CN"/>
          </a:p>
          <a:p>
            <a:r>
              <a:rPr lang="zh-CN" altLang="en-US"/>
              <a:t>王丰</a:t>
            </a:r>
            <a:r>
              <a:rPr lang="zh-CN" altLang="en-US"/>
              <a:t>淼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ChatGPT Image 2026年6月14日 下午03_01_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0795"/>
            <a:ext cx="1218501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649" y="278622"/>
            <a:ext cx="10515600" cy="1325563"/>
          </a:xfrm>
        </p:spPr>
        <p:txBody>
          <a:bodyPr/>
          <a:p>
            <a:r>
              <a:rPr lang="en-US" altLang="en-US" sz="5400">
                <a:latin typeface="Plantagenet Cherokee" panose="02020000000000000000" charset="0"/>
                <a:cs typeface="Plantagenet Cherokee" panose="02020000000000000000" charset="0"/>
              </a:rPr>
              <a:t>O</a:t>
            </a:r>
            <a:r>
              <a:rPr lang="en-US" altLang="en-US">
                <a:latin typeface="Plantagenet Cherokee" panose="02020000000000000000" charset="0"/>
                <a:cs typeface="Plantagenet Cherokee" panose="02020000000000000000" charset="0"/>
              </a:rPr>
              <a:t>ne Project, Three Increasingly Realistic Questions</a:t>
            </a:r>
            <a:endParaRPr lang="en-US" altLang="en-US">
              <a:latin typeface="Plantagenet Cherokee" panose="02020000000000000000" charset="0"/>
              <a:cs typeface="Plantagenet Cherokee" panose="02020000000000000000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ChatGPT Image 2026年6月14日 下午03_06_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335" y="0"/>
            <a:ext cx="12205335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ChatGPT Image 2026年6月14日 下午03_06_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970" y="1567180"/>
            <a:ext cx="12205335" cy="6858000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40649" y="278622"/>
            <a:ext cx="10515600" cy="1325563"/>
          </a:xfrm>
        </p:spPr>
        <p:txBody>
          <a:bodyPr/>
          <a:p>
            <a:r>
              <a:rPr lang="en-US" altLang="en-US" sz="5400">
                <a:latin typeface="Plantagenet Cherokee" panose="02020000000000000000" charset="0"/>
                <a:cs typeface="Plantagenet Cherokee" panose="02020000000000000000" charset="0"/>
              </a:rPr>
              <a:t>P</a:t>
            </a:r>
            <a:r>
              <a:rPr lang="en-US" altLang="en-US">
                <a:latin typeface="Plantagenet Cherokee" panose="02020000000000000000" charset="0"/>
                <a:cs typeface="Plantagenet Cherokee" panose="02020000000000000000" charset="0"/>
              </a:rPr>
              <a:t>hase 1: </a:t>
            </a:r>
            <a:br>
              <a:rPr lang="en-US" altLang="en-US">
                <a:latin typeface="Plantagenet Cherokee" panose="02020000000000000000" charset="0"/>
                <a:cs typeface="Plantagenet Cherokee" panose="02020000000000000000" charset="0"/>
              </a:rPr>
            </a:br>
            <a:r>
              <a:rPr lang="en-US" altLang="en-US">
                <a:latin typeface="Plantagenet Cherokee" panose="02020000000000000000" charset="0"/>
                <a:cs typeface="Plantagenet Cherokee" panose="02020000000000000000" charset="0"/>
              </a:rPr>
              <a:t>When Hardware APIs Cannot Be Trusted</a:t>
            </a:r>
            <a:endParaRPr lang="en-US" altLang="en-US">
              <a:latin typeface="Plantagenet Cherokee" panose="02020000000000000000" charset="0"/>
              <a:cs typeface="Plantagenet Cherokee" panose="02020000000000000000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40665" y="5966460"/>
            <a:ext cx="12934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000">
                <a:latin typeface="Plantagenet Cherokee" panose="02020000000000000000" charset="0"/>
                <a:cs typeface="Plantagenet Cherokee" panose="02020000000000000000" charset="0"/>
              </a:rPr>
              <a:t>spec.json</a:t>
            </a:r>
            <a:endParaRPr lang="en-US" sz="2000">
              <a:latin typeface="Plantagenet Cherokee" panose="02020000000000000000" charset="0"/>
              <a:cs typeface="Plantagenet Cherokee" panose="02020000000000000000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962785" y="5966460"/>
            <a:ext cx="12934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000">
                <a:latin typeface="Plantagenet Cherokee" panose="02020000000000000000" charset="0"/>
                <a:cs typeface="Plantagenet Cherokee" panose="02020000000000000000" charset="0"/>
              </a:rPr>
              <a:t>Scout</a:t>
            </a:r>
            <a:endParaRPr lang="en-US" sz="2000">
              <a:latin typeface="Plantagenet Cherokee" panose="02020000000000000000" charset="0"/>
              <a:cs typeface="Plantagenet Cherokee" panose="02020000000000000000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3684905" y="5966460"/>
            <a:ext cx="12934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000">
                <a:latin typeface="Plantagenet Cherokee" panose="02020000000000000000" charset="0"/>
                <a:cs typeface="Plantagenet Cherokee" panose="02020000000000000000" charset="0"/>
              </a:rPr>
              <a:t>Planner</a:t>
            </a:r>
            <a:endParaRPr lang="en-US" sz="2000">
              <a:latin typeface="Plantagenet Cherokee" panose="02020000000000000000" charset="0"/>
              <a:cs typeface="Plantagenet Cherokee" panose="02020000000000000000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5433695" y="5966460"/>
            <a:ext cx="12934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000">
                <a:latin typeface="Plantagenet Cherokee" panose="02020000000000000000" charset="0"/>
                <a:cs typeface="Plantagenet Cherokee" panose="02020000000000000000" charset="0"/>
              </a:rPr>
              <a:t>Codegen</a:t>
            </a:r>
            <a:endParaRPr lang="en-US" sz="2000">
              <a:latin typeface="Plantagenet Cherokee" panose="02020000000000000000" charset="0"/>
              <a:cs typeface="Plantagenet Cherokee" panose="02020000000000000000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7129145" y="5966460"/>
            <a:ext cx="12934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000">
                <a:latin typeface="Plantagenet Cherokee" panose="02020000000000000000" charset="0"/>
                <a:cs typeface="Plantagenet Cherokee" panose="02020000000000000000" charset="0"/>
              </a:rPr>
              <a:t>Runner</a:t>
            </a:r>
            <a:endParaRPr lang="en-US" sz="2000">
              <a:latin typeface="Plantagenet Cherokee" panose="02020000000000000000" charset="0"/>
              <a:cs typeface="Plantagenet Cherokee" panose="02020000000000000000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8904605" y="5966460"/>
            <a:ext cx="12934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000">
                <a:latin typeface="Plantagenet Cherokee" panose="02020000000000000000" charset="0"/>
                <a:cs typeface="Plantagenet Cherokee" panose="02020000000000000000" charset="0"/>
              </a:rPr>
              <a:t>Analyzer</a:t>
            </a:r>
            <a:endParaRPr lang="en-US" sz="2000">
              <a:latin typeface="Plantagenet Cherokee" panose="02020000000000000000" charset="0"/>
              <a:cs typeface="Plantagenet Cherokee" panose="02020000000000000000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10494645" y="5966460"/>
            <a:ext cx="15525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000">
                <a:latin typeface="Plantagenet Cherokee" panose="02020000000000000000" charset="0"/>
                <a:cs typeface="Plantagenet Cherokee" panose="02020000000000000000" charset="0"/>
              </a:rPr>
              <a:t>results.json</a:t>
            </a:r>
            <a:endParaRPr lang="en-US" sz="2000">
              <a:latin typeface="Plantagenet Cherokee" panose="02020000000000000000" charset="0"/>
              <a:cs typeface="Plantagenet Cherokee" panose="02020000000000000000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/>
        </p:nvSpPr>
        <p:spPr>
          <a:xfrm>
            <a:off x="240649" y="2786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+mj-cs"/>
              </a:defRPr>
            </a:lvl1pPr>
          </a:lstStyle>
          <a:p>
            <a:r>
              <a:rPr lang="en-US" altLang="en-US" sz="5400">
                <a:latin typeface="Plantagenet Cherokee" panose="02020000000000000000" charset="0"/>
                <a:cs typeface="Plantagenet Cherokee" panose="02020000000000000000" charset="0"/>
              </a:rPr>
              <a:t>P</a:t>
            </a:r>
            <a:r>
              <a:rPr lang="en-US" altLang="en-US">
                <a:latin typeface="Plantagenet Cherokee" panose="02020000000000000000" charset="0"/>
                <a:cs typeface="Plantagenet Cherokee" panose="02020000000000000000" charset="0"/>
              </a:rPr>
              <a:t>hase 1 Turning Point: From Reading Numbers To Trusting Evidence</a:t>
            </a:r>
            <a:endParaRPr lang="en-US" altLang="en-US">
              <a:latin typeface="Plantagenet Cherokee" panose="02020000000000000000" charset="0"/>
              <a:cs typeface="Plantagenet Cherokee" panose="02020000000000000000" charset="0"/>
            </a:endParaRPr>
          </a:p>
        </p:txBody>
      </p:sp>
      <p:pic>
        <p:nvPicPr>
          <p:cNvPr id="4" name="Picture 3" descr="ChatGPT Image 2026年6月14日 下午03_15_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3615" y="2175510"/>
            <a:ext cx="6656070" cy="3746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ChatGPT Image 2026年6月14日 下午03_17_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6730" y="1768475"/>
            <a:ext cx="9043035" cy="50895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sp>
        <p:nvSpPr>
          <p:cNvPr id="6" name="Title 5"/>
          <p:cNvSpPr>
            <a:spLocks noGrp="1"/>
          </p:cNvSpPr>
          <p:nvPr/>
        </p:nvSpPr>
        <p:spPr>
          <a:xfrm>
            <a:off x="240649" y="2786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+mj-cs"/>
              </a:defRPr>
            </a:lvl1pPr>
          </a:lstStyle>
          <a:p>
            <a:r>
              <a:rPr lang="en-US" altLang="en-US" sz="5400">
                <a:latin typeface="Plantagenet Cherokee" panose="02020000000000000000" charset="0"/>
                <a:cs typeface="Plantagenet Cherokee" panose="02020000000000000000" charset="0"/>
              </a:rPr>
              <a:t>P</a:t>
            </a:r>
            <a:r>
              <a:rPr lang="en-US" altLang="en-US">
                <a:latin typeface="Plantagenet Cherokee" panose="02020000000000000000" charset="0"/>
                <a:cs typeface="Plantagenet Cherokee" panose="02020000000000000000" charset="0"/>
              </a:rPr>
              <a:t>hase 2: LoRA Operator Optimization Agent</a:t>
            </a:r>
            <a:endParaRPr lang="en-US" altLang="en-US">
              <a:latin typeface="Plantagenet Cherokee" panose="02020000000000000000" charset="0"/>
              <a:cs typeface="Plantagenet Cherokee" panose="02020000000000000000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sp>
        <p:nvSpPr>
          <p:cNvPr id="6" name="Title 5"/>
          <p:cNvSpPr>
            <a:spLocks noGrp="1"/>
          </p:cNvSpPr>
          <p:nvPr/>
        </p:nvSpPr>
        <p:spPr>
          <a:xfrm>
            <a:off x="240649" y="2786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+mj-cs"/>
              </a:defRPr>
            </a:lvl1pPr>
          </a:lstStyle>
          <a:p>
            <a:r>
              <a:rPr lang="en-US" altLang="en-US" sz="5400">
                <a:latin typeface="Plantagenet Cherokee" panose="02020000000000000000" charset="0"/>
                <a:cs typeface="Plantagenet Cherokee" panose="02020000000000000000" charset="0"/>
              </a:rPr>
              <a:t>P</a:t>
            </a:r>
            <a:r>
              <a:rPr lang="en-US" altLang="en-US">
                <a:latin typeface="Plantagenet Cherokee" panose="02020000000000000000" charset="0"/>
                <a:cs typeface="Plantagenet Cherokee" panose="02020000000000000000" charset="0"/>
              </a:rPr>
              <a:t>hase 2 Turning Point: W_eff And Reuse Modeling</a:t>
            </a:r>
            <a:endParaRPr lang="en-US" altLang="en-US">
              <a:latin typeface="Plantagenet Cherokee" panose="02020000000000000000" charset="0"/>
              <a:cs typeface="Plantagenet Cherokee" panose="02020000000000000000" charset="0"/>
            </a:endParaRPr>
          </a:p>
        </p:txBody>
      </p:sp>
      <p:pic>
        <p:nvPicPr>
          <p:cNvPr id="5" name="Picture 4" descr="ChatGPT Image 2026年6月14日 下午03_18_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925" y="1848485"/>
            <a:ext cx="8883650" cy="49999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sp>
        <p:nvSpPr>
          <p:cNvPr id="6" name="Title 5"/>
          <p:cNvSpPr>
            <a:spLocks noGrp="1"/>
          </p:cNvSpPr>
          <p:nvPr/>
        </p:nvSpPr>
        <p:spPr>
          <a:xfrm>
            <a:off x="240649" y="2786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+mj-cs"/>
              </a:defRPr>
            </a:lvl1pPr>
          </a:lstStyle>
          <a:p>
            <a:r>
              <a:rPr lang="en-US" altLang="en-US" sz="5400">
                <a:latin typeface="Plantagenet Cherokee" panose="02020000000000000000" charset="0"/>
                <a:cs typeface="Plantagenet Cherokee" panose="02020000000000000000" charset="0"/>
              </a:rPr>
              <a:t> P</a:t>
            </a:r>
            <a:r>
              <a:rPr lang="en-US" altLang="en-US">
                <a:latin typeface="Plantagenet Cherokee" panose="02020000000000000000" charset="0"/>
                <a:cs typeface="Plantagenet Cherokee" panose="02020000000000000000" charset="0"/>
              </a:rPr>
              <a:t>hase 2 Debug And Engineering Reality</a:t>
            </a:r>
            <a:endParaRPr lang="en-US" altLang="en-US">
              <a:latin typeface="Plantagenet Cherokee" panose="02020000000000000000" charset="0"/>
              <a:cs typeface="Plantagenet Cherokee" panose="02020000000000000000" charset="0"/>
            </a:endParaRPr>
          </a:p>
        </p:txBody>
      </p:sp>
      <p:pic>
        <p:nvPicPr>
          <p:cNvPr id="5" name="Picture 4" descr="ChatGPT Image 2026年6月14日 下午03_20_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925" y="1984375"/>
            <a:ext cx="8577580" cy="48279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sp>
        <p:nvSpPr>
          <p:cNvPr id="6" name="Title 5"/>
          <p:cNvSpPr>
            <a:spLocks noGrp="1"/>
          </p:cNvSpPr>
          <p:nvPr/>
        </p:nvSpPr>
        <p:spPr>
          <a:xfrm>
            <a:off x="240649" y="2786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+mj-cs"/>
              </a:defRPr>
            </a:lvl1pPr>
          </a:lstStyle>
          <a:p>
            <a:r>
              <a:rPr lang="en-US" altLang="en-US" sz="5400">
                <a:latin typeface="Plantagenet Cherokee" panose="02020000000000000000" charset="0"/>
                <a:cs typeface="Plantagenet Cherokee" panose="02020000000000000000" charset="0"/>
              </a:rPr>
              <a:t>P</a:t>
            </a:r>
            <a:r>
              <a:rPr lang="en-US" altLang="en-US">
                <a:latin typeface="Plantagenet Cherokee" panose="02020000000000000000" charset="0"/>
                <a:cs typeface="Plantagenet Cherokee" panose="02020000000000000000" charset="0"/>
              </a:rPr>
              <a:t>hase 3: Serving Runtime Optimization</a:t>
            </a:r>
            <a:endParaRPr lang="en-US" altLang="en-US">
              <a:latin typeface="Plantagenet Cherokee" panose="02020000000000000000" charset="0"/>
              <a:cs typeface="Plantagenet Cherokee" panose="02020000000000000000" charset="0"/>
            </a:endParaRPr>
          </a:p>
        </p:txBody>
      </p:sp>
      <p:pic>
        <p:nvPicPr>
          <p:cNvPr id="4" name="Picture 3" descr="ChatGPT Image 2026年6月14日 下午03_21_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785" y="1769745"/>
            <a:ext cx="9041130" cy="50882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sp>
        <p:nvSpPr>
          <p:cNvPr id="6" name="Title 5"/>
          <p:cNvSpPr>
            <a:spLocks noGrp="1"/>
          </p:cNvSpPr>
          <p:nvPr/>
        </p:nvSpPr>
        <p:spPr>
          <a:xfrm>
            <a:off x="240649" y="2786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+mj-cs"/>
              </a:defRPr>
            </a:lvl1pPr>
          </a:lstStyle>
          <a:p>
            <a:r>
              <a:rPr lang="en-US" altLang="en-US" sz="5400">
                <a:latin typeface="Plantagenet Cherokee" panose="02020000000000000000" charset="0"/>
                <a:cs typeface="Plantagenet Cherokee" panose="02020000000000000000" charset="0"/>
              </a:rPr>
              <a:t>P</a:t>
            </a:r>
            <a:r>
              <a:rPr lang="en-US" altLang="en-US">
                <a:latin typeface="Plantagenet Cherokee" panose="02020000000000000000" charset="0"/>
                <a:cs typeface="Plantagenet Cherokee" panose="02020000000000000000" charset="0"/>
              </a:rPr>
              <a:t>hase 3 Experiment Logic: Why We Kept The Conservative Version</a:t>
            </a:r>
            <a:endParaRPr lang="en-US" altLang="en-US">
              <a:latin typeface="Plantagenet Cherokee" panose="02020000000000000000" charset="0"/>
              <a:cs typeface="Plantagenet Cherokee" panose="02020000000000000000" charset="0"/>
            </a:endParaRPr>
          </a:p>
        </p:txBody>
      </p:sp>
      <p:pic>
        <p:nvPicPr>
          <p:cNvPr id="4" name="Picture 3" descr="ChatGPT Image 2026年6月14日 下午03_26_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1615" y="1604010"/>
            <a:ext cx="9264650" cy="52146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ChatGPT Image 2026年6月14日 下午03_39_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501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sp>
        <p:nvSpPr>
          <p:cNvPr id="6" name="Title 5"/>
          <p:cNvSpPr>
            <a:spLocks noGrp="1"/>
          </p:cNvSpPr>
          <p:nvPr/>
        </p:nvSpPr>
        <p:spPr>
          <a:xfrm>
            <a:off x="7193899" y="30021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+mj-cs"/>
              </a:defRPr>
            </a:lvl1pPr>
          </a:lstStyle>
          <a:p>
            <a:r>
              <a:rPr lang="en-US" altLang="en-US" sz="5400">
                <a:latin typeface="Plantagenet Cherokee" panose="02020000000000000000" charset="0"/>
                <a:cs typeface="Plantagenet Cherokee" panose="02020000000000000000" charset="0"/>
              </a:rPr>
              <a:t>F</a:t>
            </a:r>
            <a:r>
              <a:rPr lang="en-US" altLang="en-US">
                <a:latin typeface="Plantagenet Cherokee" panose="02020000000000000000" charset="0"/>
                <a:cs typeface="Plantagenet Cherokee" panose="02020000000000000000" charset="0"/>
              </a:rPr>
              <a:t>inal Takeaways</a:t>
            </a:r>
            <a:endParaRPr lang="en-US" altLang="en-US">
              <a:latin typeface="Plantagenet Cherokee" panose="02020000000000000000" charset="0"/>
              <a:cs typeface="Plantagenet Cherokee" panose="02020000000000000000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598</Words>
  <Application>WPS Docs</Application>
  <PresentationFormat>宽屏</PresentationFormat>
  <Paragraphs>43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SimSun</vt:lpstr>
      <vt:lpstr>Wingdings</vt:lpstr>
      <vt:lpstr>Microsoft YaHei</vt:lpstr>
      <vt:lpstr>汉仪旗黑</vt:lpstr>
      <vt:lpstr>Arial Unicode MS</vt:lpstr>
      <vt:lpstr>Calibri</vt:lpstr>
      <vt:lpstr>Helvetica Neue</vt:lpstr>
      <vt:lpstr>Microsoft YaHei</vt:lpstr>
      <vt:lpstr>汉仪书宋二KW</vt:lpstr>
      <vt:lpstr>Microsoft YaHei</vt:lpstr>
      <vt:lpstr>American Typewriter ITC</vt:lpstr>
      <vt:lpstr>Baskerville</vt:lpstr>
      <vt:lpstr>Big Caslon</vt:lpstr>
      <vt:lpstr>Plantagenet Cherokee</vt:lpstr>
      <vt:lpstr>-apple-system</vt:lpstr>
      <vt:lpstr>Thonburi</vt:lpstr>
      <vt:lpstr>Office 主题</vt:lpstr>
      <vt:lpstr>PowerPoint 演示文稿</vt:lpstr>
      <vt:lpstr>PowerPoint 演示文稿</vt:lpstr>
      <vt:lpstr>One Project, Three Increasingly Realistic Questions</vt:lpstr>
      <vt:lpstr>Phase 1:  When Hardware APIs Cannot Be Trusted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MemXLife: MLSYSreport</dc:title>
  <dc:creator/>
  <cp:lastModifiedBy>王丰淼</cp:lastModifiedBy>
  <cp:revision>2</cp:revision>
  <dcterms:created xsi:type="dcterms:W3CDTF">2026-06-15T10:36:58Z</dcterms:created>
  <dcterms:modified xsi:type="dcterms:W3CDTF">2026-06-15T10:36:58Z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1033-12.1.26016.26016</vt:lpwstr>
  </property>
  <property fmtid="{D5CDD505-2E9C-101B-9397-08002B2CF9AE}" pid="3" name="ICV">
    <vt:lpwstr>B75C98F4C40948689CB49D1002CA5FAC</vt:lpwstr>
  </property>
</Properties>
</file>